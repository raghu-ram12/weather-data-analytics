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1450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78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5029200" cy="5029200"/>
          </a:xfrm>
          <a:prstGeom prst="ellipse">
            <a:avLst/>
          </a:prstGeom>
          <a:solidFill>
            <a:srgbClr val="F28E2B">
              <a:alpha val="18000"/>
            </a:srgbClr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1C7C8C">
              <a:alpha val="35000"/>
            </a:srgbClr>
          </a:solidFill>
          <a:ln w="12700">
            <a:solidFill>
              <a:srgbClr val="1C7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F2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ESSENTIALS </a:t>
            </a:r>
            <a:r>
              <a:rPr lang="en-US" sz="1400" b="1" kern="0" spc="300" dirty="0">
                <a:solidFill>
                  <a:srgbClr val="F2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REVIEW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Weather Data Analysis </a:t>
            </a:r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System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weather across 10 cities · 2000–2024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from raw data to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594360" cy="59436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1440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60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26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preprocessed daily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30552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87752" y="1783080"/>
            <a:ext cx="594360" cy="59436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587752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2560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67712" y="2926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of temperature, rain, conditions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03904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261104" y="1783080"/>
            <a:ext cx="594360" cy="59436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261104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941064" y="2560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41064" y="2926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seasons and cities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77256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34456" y="1783080"/>
            <a:ext cx="594360" cy="59436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934456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614416" y="2560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14416" y="2926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and correlations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50608" y="155448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607808" y="1783080"/>
            <a:ext cx="594360" cy="59436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607808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287768" y="2560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287768" y="2926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trends and monthly seasonality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charts were built in Python with pandas and matplotlib.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51176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E6F2F4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551176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1C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551176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(2000–2024)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45152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645152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~91K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39128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E6F2F4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739128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739128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weather variables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8580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variables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2918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/ min temperature and apparent temperature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sum, weather code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speed, gusts and dominant direction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89204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2918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year and season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precipitation_log = log(1 + rain)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weather_label (readable weather code)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and feature engineering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32588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parts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and year extracted from the date to study trends and seasonality.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53212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 label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tagged Winter, Summer, Monsoon or Post-Monsoon.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32588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precipitation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 + rain) reduces the heavy right skew of daily rainfall.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B07A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53212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label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weather codes decoded into 10 readable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maximum temperature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harts/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4918"/>
            <a:ext cx="5212080" cy="25823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2636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bell-shaped, centered near 30–32°C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runs from about 12°C to 46°C across cities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mild left tail comes from cooler winter days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vs min temperature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harts/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4918"/>
            <a:ext cx="5212080" cy="25823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2636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temps cluster around 27–35°C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temps peak near 25°C but spread much wider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overlap in the 25–28°C band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Precipitation: raw vs log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harts/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1143"/>
            <a:ext cx="5212080" cy="21698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2636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days record zero or near-zero rain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days reach about 340 mm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 + rain) compresses the long tail for modeling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condition frequency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harts/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4918"/>
            <a:ext cx="5212080" cy="25823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2636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Overcast is the most common condition (~21K days)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sky (~15K) and light drizzle (~12K) follow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 is the rarest, at roughly 1K days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patterns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harts/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87" y="1280160"/>
            <a:ext cx="3248066" cy="2423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188720"/>
            <a:ext cx="39776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charts/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947" y="1280160"/>
            <a:ext cx="3248066" cy="2423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6F2F4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is the hottest season (median ≈35°C); the Monsoon brings the highest median rain and the heaviest extremes.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comparison: temperature and rainfall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harts/c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1683"/>
            <a:ext cx="3794760" cy="18801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188720"/>
            <a:ext cx="39776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charts/c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51683"/>
            <a:ext cx="3794760" cy="188011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6F2F4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Hottest city (Ahmedabad, ~33°C) and wettest city (Mumbai, ~5.7 mm/day) differ, so heat alone does not predict rain.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spread by city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harts/c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949" y="1280160"/>
            <a:ext cx="4405462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2636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Delhi, Lucknow and Jaipur swing widest (~12–46°C)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is steadiest, with a high floor near 23°C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is coolest, with a median near 27.5°C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between variables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harts/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9583"/>
            <a:ext cx="2468880" cy="16385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peaks at 24–32°C and nearly vanishes above ~38°C.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charts/c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29583"/>
            <a:ext cx="2468880" cy="163851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2900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Gusts rise almost linearly with wind speed (r ≈ 0.91).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3504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charts/c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329583"/>
            <a:ext cx="2468880" cy="163851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1792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temperature is higher than actual in the mid range, lower at extreme heat.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matrix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2976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harts/c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54" y="1280160"/>
            <a:ext cx="3905573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1188720"/>
            <a:ext cx="37490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51663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stands out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apparent temperature: r ≈ 0.90 (max), 0.97 (min)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and gusts: r ≈ 0.91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vs max temperature: weak negative (−0.17)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direction is nearly uncorrelated with everything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pairs are candidates to combine or drop in modeling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Yearly trends, 2000–2024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harts/c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6377"/>
            <a:ext cx="3794760" cy="16107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188720"/>
            <a:ext cx="39776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charts/c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86377"/>
            <a:ext cx="3794760" cy="16107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6F2F4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max temperature stays within ~30.2–31.6°C, while average rainfall drifts up from ~2.6 mm to ~3.9 mm; both are noisy year to year.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seasonality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harts/c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1683"/>
            <a:ext cx="3794760" cy="18801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188720"/>
            <a:ext cx="39776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charts/c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51683"/>
            <a:ext cx="3794760" cy="188011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6F2F4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peaks in May (~36.7°C) and rain peaks in July (~9.7 mm); the monthly swing (≈11°C) dwarfs year-to-year change (≈1°C).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1430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Summer heat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is hottest, peaking in May near 36.7°C.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29000" y="1371600"/>
            <a:ext cx="365760" cy="36576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93192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Monsoon rain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Jun–Sep delivers most rain, with a July peak.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365760" cy="36576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7208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Skewed rainfall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days are dry, so a log transform helps.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11430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contrast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 is hottest, Mumbai wettest, Bangalore mildest.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429000" y="3154680"/>
            <a:ext cx="365760" cy="36576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93192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Redundant features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wind pairs are highly correlated.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17920" y="3154680"/>
            <a:ext cx="365760" cy="36576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7208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yearly trend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outweighs year-to-year change.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here is driven by strong seasonality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is highly skewed and monsoon-dominated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differ clearly in heat, rain and variability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846320" y="1828800"/>
            <a:ext cx="457200" cy="45720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46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daily temperature and rain with ML models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606040"/>
            <a:ext cx="457200" cy="45720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8463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cities by climate profile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383280"/>
            <a:ext cx="457200" cy="45720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8463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and forecast the time series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768</Words>
  <Application>Microsoft Office PowerPoint</Application>
  <PresentationFormat>On-screen Show (16:9)</PresentationFormat>
  <Paragraphs>148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EDA - Data Analytics Review 2</dc:title>
  <dc:subject>PptxGenJS Presentation</dc:subject>
  <dc:creator>PptxGenJS</dc:creator>
  <cp:lastModifiedBy>raghuram penteala</cp:lastModifiedBy>
  <cp:revision>5</cp:revision>
  <dcterms:created xsi:type="dcterms:W3CDTF">2026-09-29T09:33:53Z</dcterms:created>
  <dcterms:modified xsi:type="dcterms:W3CDTF">2026-09-30T10:08:53Z</dcterms:modified>
</cp:coreProperties>
</file>